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F6FC1"/>
          </a:solidFill>
          <a:ln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2B4C"/>
                </a:solidFill>
              </a:defRPr>
            </a:pPr>
            <a:r>
              <a:t>ManageDSAVault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7D"/>
                </a:solidFill>
              </a:defRPr>
            </a:pPr>
            <a:r>
              <a:t>A Smart DSA Practice and Learning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B4C"/>
                </a:solidFill>
              </a:defRPr>
            </a:pPr>
            <a:r>
              <a:t>College: Dr. Ambedkar Institute of Technology for Divyangjan</a:t>
            </a:r>
          </a:p>
          <a:p>
            <a:pPr algn="ctr">
              <a:defRPr sz="1600">
                <a:solidFill>
                  <a:srgbClr val="2F3E46"/>
                </a:solidFill>
              </a:defRPr>
            </a:pPr>
            <a:r>
              <a:t>Team Members: Shreyansh Kandu, Siddharth Jaiswal, Nitin Baghel, Sonal Yadav</a:t>
            </a:r>
          </a:p>
          <a:p>
            <a:pPr algn="ctr">
              <a:defRPr sz="1600">
                <a:solidFill>
                  <a:srgbClr val="1F6FC1"/>
                </a:solidFill>
              </a:defRPr>
            </a:pPr>
            <a:r>
              <a:t>Project: ManageDSAVault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4C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ManageDSAVault is a web-based platform for organizing and practicing DSA questions.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It helps students keep track of important problems, notes, code solutions, and progress in one place.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The platform is designed to make preparation more structured, efficient, and user-friendly.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4C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User authentication for secure access and profile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Question dashboard with search, filters, and difficulty-based organization.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Workspace for each problem with notes, code editor, and save functionality.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Progress tracking to monitor question creation and learning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4C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Frontend: React with React Router and modern UI components.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Backend: Node.js and Express.js with REST APIs.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Database: MongoDB for storing users, questions, and notes.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Security: JWT-based authentication and protected routes.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4C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F3E46"/>
                </a:solidFill>
              </a:defRPr>
            </a:pPr>
            <a:r>
              <a:t>Users log in, view DSA questions on the dashboard, open any question in the workspace, write notes and code, and save their progress. The app provides a simple and interactive learning flow for coding practice and revision.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4C"/>
                </a:solidFill>
              </a:defRPr>
            </a:pPr>
            <a:r>
              <a:t>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It bridges the gap between theory and practice for DSA preparation.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It encourages consistent revision and organized problem-solving habits.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It provides a practical and scalable learning tool for students and developers.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4C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Add AI-based recommendations for questions and topics.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Introduce coding challenge timers and streak-based learning.</a:t>
            </a:r>
          </a:p>
          <a:p>
            <a:pPr>
              <a:spcAft>
                <a:spcPts val="1000"/>
              </a:spcAft>
              <a:defRPr sz="2000">
                <a:solidFill>
                  <a:srgbClr val="2F3E46"/>
                </a:solidFill>
              </a:defRPr>
            </a:pPr>
            <a:r>
              <a:t>Support collaborative study rooms and advanced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